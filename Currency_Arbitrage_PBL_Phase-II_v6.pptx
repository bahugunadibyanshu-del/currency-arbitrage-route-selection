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DSA in C (Bellman-Ford, DFS, BFS) and OOPS in C++ (classes that build the market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DSA in C (Bellman-Ford, DFS, BFS) and OOPS in C++ (classes that build the market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rates are made up purely to show the arithmetic. They are not real quotes.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boxes are done by the C++ program, the last three by the C program. Be clear that C++ and C only communicate through edges.csv. There is no direct function call between them, and the C++ code does not use inheritance or polymorphism.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shown has been tested on a saved sample-rate snapshot. DFS and BFS are traversal tools. Only Bellman-Ford handles weighted edges and negative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is based on the code and the test runs we actually did: one no-arbitrage case and one demo-mode case, on a saved sample-rate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mode pretends INR-&gt;GBP is quoted 1.5% too high and EUR-&gt;JPY 2.0% too high. It is NOT real market data. It proves the detection and route search work when a mispricing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come from compare.c on 9 currencies. Bellman-Ford needs 144 edge checks when no cycle exists and 648 (V x E) when one does. DFS and BFS grow quickly with the hop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several planned steps are already done. The real remaining work is market-condition-aware scoring, a decision table and wider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these in the viva if asked where the algorithms and data come from. Read the conclusion in your own words and mention that the next goal is the market-condition-aware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69848"/>
            <a:ext cx="7996428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pic>
        <p:nvPicPr>
          <p:cNvPr id="3" name="Image 0" descr="/home/claude/x/ppt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2" y="10972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" y="49194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pic>
        <p:nvPicPr>
          <p:cNvPr id="3" name="Image 0" descr="/home/claude/x/ppt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2" y="109728"/>
            <a:ext cx="347472" cy="34747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 EVALUATION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Arbitrage with Market-Condition-Aware Route Selection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DSCPP-III-2026-T384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Era (Deemed to be University), Dehradun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 2026–27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Mentor Details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1000" dirty="0"/>
          </a:p>
        </p:txBody>
      </p:sp>
      <p:sp>
        <p:nvSpPr>
          <p:cNvPr id="5" name="Box"/>
          <p:cNvSpPr/>
          <p:nvPr/>
        </p:nvSpPr>
        <p:spPr>
          <a:xfrm>
            <a:off x="493776" y="1463040"/>
            <a:ext cx="3995928" cy="1691640"/>
          </a:xfrm>
          <a:prstGeom prst="roundRect">
            <a:avLst>
              <a:gd name="adj" fmla="val 4324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Information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47088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DSCPP-III-2026-T384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X_ML4 / X_I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in C + OOPS in C++ (Mini Project)</a:t>
            </a:r>
            <a:endParaRPr lang="en-US" sz="1500" dirty="0"/>
          </a:p>
        </p:txBody>
      </p:sp>
      <p:sp>
        <p:nvSpPr>
          <p:cNvPr id="8" name="Box"/>
          <p:cNvSpPr/>
          <p:nvPr/>
        </p:nvSpPr>
        <p:spPr>
          <a:xfrm>
            <a:off x="4654296" y="1463040"/>
            <a:ext cx="4005072" cy="1691640"/>
          </a:xfrm>
          <a:prstGeom prst="roundRect">
            <a:avLst>
              <a:gd name="adj" fmla="val 4324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847088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Negi – 2519577</a:t>
            </a:r>
            <a:endParaRPr lang="en-US" sz="15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Rajput – 2519498</a:t>
            </a:r>
            <a:endParaRPr lang="en-US" sz="15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Dibyansh Bahuguna – 2519353</a:t>
            </a:r>
            <a:endParaRPr lang="en-US" sz="15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– 2518749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93776" y="3383280"/>
            <a:ext cx="8165592" cy="777240"/>
          </a:xfrm>
          <a:prstGeom prst="roundRect">
            <a:avLst>
              <a:gd name="adj" fmla="val 9412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730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Narayan Chaturvedi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completed: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73075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498080" y="4041648"/>
            <a:ext cx="1051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43891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on DSA in C and OOPS in C++: currency arbitrage with market-condition-aware route selection.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 Recap &amp; Feedback Incorporated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1000" dirty="0"/>
          </a:p>
        </p:txBody>
      </p:sp>
      <p:sp>
        <p:nvSpPr>
          <p:cNvPr id="4" name="Box"/>
          <p:cNvSpPr/>
          <p:nvPr/>
        </p:nvSpPr>
        <p:spPr>
          <a:xfrm>
            <a:off x="493776" y="1371600"/>
            <a:ext cx="8165592" cy="868680"/>
          </a:xfrm>
          <a:prstGeom prst="roundRect">
            <a:avLst>
              <a:gd name="adj" fmla="val 8421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08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 Status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55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currency conversion as a graph and used Bellman-Ford to detect possible arbitrage cycles.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Received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/ Feedback 1</a:t>
            </a:r>
            <a:endParaRPr lang="en-US" sz="16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/ Feedback 2</a:t>
            </a:r>
            <a:endParaRPr lang="en-US" sz="16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/ Feedback 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Incorporated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834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1</a:t>
            </a:r>
            <a:endParaRPr lang="en-US" sz="16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2</a:t>
            </a:r>
            <a:endParaRPr lang="en-US" sz="16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1148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major feedback received during Phase-I and clearly demonstrate how it has been incorporated.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Finalized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000" dirty="0"/>
          </a:p>
        </p:txBody>
      </p:sp>
      <p:sp>
        <p:nvSpPr>
          <p:cNvPr id="5" name="Box"/>
          <p:cNvSpPr/>
          <p:nvPr/>
        </p:nvSpPr>
        <p:spPr>
          <a:xfrm>
            <a:off x="493776" y="1325880"/>
            <a:ext cx="8165592" cy="914400"/>
          </a:xfrm>
          <a:prstGeom prst="roundRect">
            <a:avLst>
              <a:gd name="adj" fmla="val 8000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62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money through a few currencies can sometimes leave us with more than we began with. We detect such loops among 9 currencies and pick the best route after fee and spread.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Objectives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724912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9 currencies as a directed graph of 72 edges, with weight = -ln(effective rate)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possible arbitrage with a Bellman-Ford negative-cycle check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3-4 step round trips by net return after fee and spread; show the best route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ranking market-condition-aware (liquidity, slippage, data freshness)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23360"/>
            <a:ext cx="800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r1 × r2 × ... × rn &gt; 1 for a loop, then -ln(r1 × ... × rn) &lt; 0, so the loop has a negative total weight. Example (made-up rates): 1.10 × 0.95 × 0.97 = 1.01365, so the total weight is about -0.0136. A negative cycle is only a possible opportunity, not guaranteed profit.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System Architecture /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1000" dirty="0"/>
          </a:p>
        </p:txBody>
      </p:sp>
      <p:sp>
        <p:nvSpPr>
          <p:cNvPr id="5" name="Flow 1"/>
          <p:cNvSpPr/>
          <p:nvPr/>
        </p:nvSpPr>
        <p:spPr>
          <a:xfrm>
            <a:off x="566928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rates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709928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8" name="Flow 2"/>
          <p:cNvSpPr/>
          <p:nvPr/>
        </p:nvSpPr>
        <p:spPr>
          <a:xfrm>
            <a:off x="1934870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34870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77870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1" name="Flow 3"/>
          <p:cNvSpPr/>
          <p:nvPr/>
        </p:nvSpPr>
        <p:spPr>
          <a:xfrm>
            <a:off x="3302813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02813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Edge-weight conversion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45813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Flow 4"/>
          <p:cNvSpPr/>
          <p:nvPr/>
        </p:nvSpPr>
        <p:spPr>
          <a:xfrm>
            <a:off x="4670755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70755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13755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Flow 5"/>
          <p:cNvSpPr/>
          <p:nvPr/>
        </p:nvSpPr>
        <p:spPr>
          <a:xfrm>
            <a:off x="6038698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8698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Negative-cycle check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81698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Flow 6"/>
          <p:cNvSpPr/>
          <p:nvPr/>
        </p:nvSpPr>
        <p:spPr>
          <a:xfrm>
            <a:off x="7406640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06640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(market_builder.cpp): first three boxes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672584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(arbitrage.c): last three boxes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Components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276148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LiveRateProvider: gets the rates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MarketConditions: fee and spread kept as private data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MarketDataBuilder: builds 72 edges, writes edges.csv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736592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Since Phase-I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736592" y="276148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rate download code written (live run pending)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 reconstruction and exact return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step route search and DFS / BFS comparison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411480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programs never call each other; the only link between them is edges.csv. The C++ code uses classes and encapsulation, but not inheritance or polymorphism.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 &amp; Functional Requirements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builder (market_builder.cpp, C++)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detection (arbitrage.c, C)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search and ranking (arbitrage.c, C)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BFS comparison (compare.c, C)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36592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rates and build 72 edges for 9 currencies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effective rate to weight = -ln(rate)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negative cycle and rebuild the route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3-4 step round trips and show the return on 1,000 units</a:t>
            </a:r>
            <a:endParaRPr lang="en-US" sz="1400" dirty="0"/>
          </a:p>
        </p:txBody>
      </p:sp>
      <p:sp>
        <p:nvSpPr>
          <p:cNvPr id="8" name="Box"/>
          <p:cNvSpPr/>
          <p:nvPr/>
        </p:nvSpPr>
        <p:spPr>
          <a:xfrm>
            <a:off x="493776" y="3291840"/>
            <a:ext cx="8165592" cy="868680"/>
          </a:xfrm>
          <a:prstGeom prst="roundRect">
            <a:avLst>
              <a:gd name="adj" fmla="val 8421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3284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Dependency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6576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arbitrage.c and compare.c read the edges.csv file written by market_builder.cpp; the programs never call each other.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976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does one job: build the data, detect a cycle, search and rank routes, and compare DFS, BFS and Bellman-Ford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Development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1000" dirty="0"/>
          </a:p>
        </p:txBody>
      </p:sp>
      <p:sp>
        <p:nvSpPr>
          <p:cNvPr id="4" name="Box"/>
          <p:cNvSpPr/>
          <p:nvPr/>
        </p:nvSpPr>
        <p:spPr>
          <a:xfrm>
            <a:off x="493776" y="1463040"/>
            <a:ext cx="3995928" cy="2103120"/>
          </a:xfrm>
          <a:prstGeom prst="roundRect">
            <a:avLst>
              <a:gd name="adj" fmla="val 3478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Programming: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(DSA) / C++ (OOPS)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edges.csv (CSV file)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(curl for the rate download)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Tool: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run.sh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</a:t>
            </a: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7" name="Box"/>
          <p:cNvSpPr/>
          <p:nvPr/>
        </p:nvSpPr>
        <p:spPr>
          <a:xfrm>
            <a:off x="4654296" y="1463040"/>
            <a:ext cx="4005072" cy="2103120"/>
          </a:xfrm>
          <a:prstGeom prst="roundRect">
            <a:avLst>
              <a:gd name="adj" fmla="val 3478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87452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4048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C++ with one CSV file keep the two programs simple and separate. Rates are downloaded from ExchangeRate-API each time the program runs.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PBL Course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80010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66344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 Actually Implemented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 in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as edge list and rate matrix; Bellman-Ford; DFS and BFS (BFS queue of partial paths); parent pointers to rebuild routes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arbitrage.c, compare.c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OOPs with C++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and encapsulation: LiveRateProvider, MarketConditions (private fee and spread), MarketDataBuilder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market_builder.cpp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Box"/>
          <p:cNvSpPr/>
          <p:nvPr/>
        </p:nvSpPr>
        <p:spPr>
          <a:xfrm>
            <a:off x="822960" y="329184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algn="ctr"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concepts actually implemented are listed. The C++ code does not use inheritance or polymorphism.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06908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holds 1 path at a time (max 4 currencies); the BFS queue held up to 336 partial paths. Bellman-Ford handles weighted edges and negative cycles; DFS and BFS alone cannot detect profit from weighted exchange rates.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Implementation Progress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8001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0020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built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currencies, 72 edges 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printed in every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Negative-cycle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 test cases so far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reconstruction and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route printed; 1,000-unit walkthrough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comparison and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3-4 step loops ranked; top-5 list, no decision column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and C++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edges.csv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rate download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written; live run not shown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Market-condition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fee and spread for every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Box"/>
          <p:cNvSpPr/>
          <p:nvPr/>
        </p:nvSpPr>
        <p:spPr>
          <a:xfrm>
            <a:off x="1828800" y="3986784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828800" y="39867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Completion: </a:t>
            </a:r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425696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Completed, partially completed and pending work are shown separately. Calculated net profit rests on our 0.10% fee and 0.10% spread assumptions, not guaranteed real-world profit.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/ Demonstration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Features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1488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downloaded and 72 edges written to edges.csv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negative-cycle detection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search over 924 round trips of 3-4 steps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 with a 1,000-unit walkthrough</a:t>
            </a:r>
            <a:endParaRPr lang="en-US" sz="1400" dirty="0"/>
          </a:p>
        </p:txBody>
      </p:sp>
      <p:sp>
        <p:nvSpPr>
          <p:cNvPr id="7" name="Box"/>
          <p:cNvSpPr/>
          <p:nvPr/>
        </p:nvSpPr>
        <p:spPr>
          <a:xfrm>
            <a:off x="4416552" y="1554480"/>
            <a:ext cx="4242816" cy="2331720"/>
          </a:xfrm>
          <a:prstGeom prst="roundRect">
            <a:avLst>
              <a:gd name="adj" fmla="val 3137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Output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9659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./market_builder --demo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./arbitrage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Profitable routes found: 97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EUR -&gt; JPY -&gt; INR -&gt; GBP -&gt; EUR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with 1000.00 EUR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 change: +27.0465 EUR (+2.7047%)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Made-up mispricing on saved sample rates, not real market data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1148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outputs shown come from a saved sample-rate snapshot; demo mode uses made-up data. A live run is still to be shown.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Results &amp;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3291840"/>
                <a:gridCol w="777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/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No-arbitrage run (saved sample rates)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profitable loop after 0.10% fee and spread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negative cycle; 0 profitable routes in 924 round trips; closest EUR → CAD → AUD → EUR at -0.5985%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mode (made-up mispricing)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cycle found and a profitable route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cycle found; 97 profitable routes; best EUR → JPY → INR → GBP → EUR at +2.7047%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rate download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downloaded; provider update time printed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written; live run not shown yet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and missing 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correctly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tested yet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Box"/>
          <p:cNvSpPr/>
          <p:nvPr/>
        </p:nvSpPr>
        <p:spPr>
          <a:xfrm>
            <a:off x="493776" y="3319272"/>
            <a:ext cx="8165592" cy="987552"/>
          </a:xfrm>
          <a:prstGeom prst="roundRect">
            <a:avLst>
              <a:gd name="adj" fmla="val 7407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Validation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6576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checks on 9 currencies for hop limits 3 to 7: DFS / BFS 1,704; 7,752; 31,944; 112,584; 319,944. Bellman-Ford needs at most 648 (V × E), and 144 when no cycle exists. BFS queue held up to 336 partial paths vs a DFS path of 4. In demo mode Bellman-Ford found a +1.59% cycle (EUR-JPY-EUR); the route search found a better +2.70% route.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4407408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come from actual runs on a saved sample-rate snapshot, not live market data; a live run is still to be shown.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Development Activity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Information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 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URL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README.md: 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project files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Contributors: 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Added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Status: 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Applicable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36592" y="16459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commits maintained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commit messages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 visible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implementation uploaded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maintained</a:t>
            </a:r>
            <a:endParaRPr lang="en-US" sz="1400" dirty="0"/>
          </a:p>
        </p:txBody>
      </p:sp>
      <p:sp>
        <p:nvSpPr>
          <p:cNvPr id="8" name="Box"/>
          <p:cNvSpPr/>
          <p:nvPr/>
        </p:nvSpPr>
        <p:spPr>
          <a:xfrm>
            <a:off x="822960" y="338328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</a:t>
            </a:r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 must be contributors and must </a:t>
            </a:r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individually using their own GitHub accounts.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20624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repository activity, README, contributor list and commit history during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8001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402336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Commits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Yash Negi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Lead; Bellman-Ford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 negative-cycle detection and route rebuilding with parent pointers (arbitrage.c)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Saurabh Rajput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 Market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C++ classes (LiveRateProvider, MarketConditions, MarketDataBuilder); wrote edges.csv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Dibyansh Bahuguna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Search &amp;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of 924 round trips, net return after fee and spread, 1,000-unit walkthrough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Vineet Singh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 / BFS &amp;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 / BFS edge-check measurements (compare.c); test runs; README.md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Box"/>
          <p:cNvSpPr/>
          <p:nvPr/>
        </p:nvSpPr>
        <p:spPr>
          <a:xfrm>
            <a:off x="493776" y="3611880"/>
            <a:ext cx="8165592" cy="731520"/>
          </a:xfrm>
          <a:prstGeom prst="roundRect">
            <a:avLst>
              <a:gd name="adj" fmla="val 10000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639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Evaluation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9593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should be prepared to explain and demonstrate their own technical contribution to the project.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43484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should be specific and verifiable. Avoid generic statements such as “helped in coding” or “worked on documentation”.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Remaining Work &amp; Phase-III Roadmap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5727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Live-data run still to be shown; rates are daily reference rates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C and C++ link only through edges.csv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0.10% fee and spread used for every route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/ Learning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0815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stops if the download fails instead of using fake rates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(made-up mispricing) tests detection and route search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cycle is only a possible opportunity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736592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Phase-III Roadmap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736592" y="1572768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live rates and capture screenshots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fee and spread per currency pair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 cases: stale data, missing rates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Market-condition-aware ranking: liquidity, slippage, data freshness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column in the route table and a clearer final report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3434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so far: graph and edges.csv, Bellman-Ford detection, route search, return calculation and the DFS / BFS / Bellman-Ford comparison. The rest is in the roadmap.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Final Outcomes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572768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run on live rates, with screenshots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results: net return per route, edge checks per algorithm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Market-condition-aware route ranking (liquidity, slippage, data freshness)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Route-comparison table with a decision column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final report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736592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36592" y="1572768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ExchangeRate-API, open access endpoint: https://open.er-api.com/v6/latest/USD</a:t>
            </a:r>
            <a:endParaRPr lang="en-US" sz="11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H. Cormen et al., Introduction to Algorithms, MIT Press: Bellman-Ford, BFS and DFS chapters</a:t>
            </a:r>
            <a:endParaRPr lang="en-US" sz="11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Sedgewick and K. Wayne, Algorithms (4th ed.): shortest paths, negative cycles and the arbitrage example</a:t>
            </a:r>
            <a:endParaRPr lang="en-US" sz="11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files: market_builder.cpp, arbitrage.c, compare.c, run.sh, README.md</a:t>
            </a:r>
            <a:endParaRPr lang="en-US" sz="1100" dirty="0"/>
          </a:p>
        </p:txBody>
      </p:sp>
      <p:sp>
        <p:nvSpPr>
          <p:cNvPr id="9" name="Thank You"/>
          <p:cNvSpPr/>
          <p:nvPr/>
        </p:nvSpPr>
        <p:spPr>
          <a:xfrm>
            <a:off x="5120640" y="3657600"/>
            <a:ext cx="329184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3657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DSCPP-III-2026-T384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34340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cycle is only a possible opportunity, not guaranteed profit. Exchange rates are reference rates updated roughly daily, not executable bid/ask quotes. Our next goal is market-condition-aware ranking to pick a more practical route.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Currency Arbitrage - PBL Phase-II Evaluation</dc:title>
  <dc:subject>PptxGenJS Presentation</dc:subject>
  <dc:creator>PptxGenJS</dc:creator>
  <cp:lastModifiedBy>PptxGenJS</cp:lastModifiedBy>
  <cp:revision>1</cp:revision>
  <dcterms:created xsi:type="dcterms:W3CDTF">2026-10-22T07:21:41Z</dcterms:created>
  <dcterms:modified xsi:type="dcterms:W3CDTF">2026-10-22T07:21:41Z</dcterms:modified>
</cp:coreProperties>
</file>